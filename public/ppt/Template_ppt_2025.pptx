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Helvetica World Bold" panose="020B0604020202020204" charset="-128"/>
      <p:regular r:id="rId5"/>
    </p:embeddedFont>
    <p:embeddedFont>
      <p:font typeface="Archivo Black" panose="020B0604020202020204" charset="0"/>
      <p:regular r:id="rId6"/>
    </p:embeddedFont>
    <p:embeddedFont>
      <p:font typeface="Open Sans" panose="020B0606030504020204" pitchFamily="34" charset="0"/>
      <p:regular r:id="rId7"/>
    </p:embeddedFont>
    <p:embeddedFont>
      <p:font typeface="Open Sauce Bold" panose="020B0604020202020204" charset="0"/>
      <p:regular r:id="rId8"/>
    </p:embeddedFont>
    <p:embeddedFont>
      <p:font typeface="Poppins" panose="00000500000000000000" pitchFamily="2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1014" y="2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41823" y="0"/>
            <a:ext cx="10546177" cy="10287000"/>
          </a:xfrm>
          <a:custGeom>
            <a:avLst/>
            <a:gdLst/>
            <a:ahLst/>
            <a:cxnLst/>
            <a:rect l="l" t="t" r="r" b="b"/>
            <a:pathLst>
              <a:path w="10546177" h="10287000">
                <a:moveTo>
                  <a:pt x="0" y="0"/>
                </a:moveTo>
                <a:lnTo>
                  <a:pt x="10546177" y="0"/>
                </a:lnTo>
                <a:lnTo>
                  <a:pt x="1054617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750" r="-2256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672" y="0"/>
            <a:ext cx="7741823" cy="10287000"/>
            <a:chOff x="0" y="0"/>
            <a:chExt cx="2038999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38999" cy="2709333"/>
            </a:xfrm>
            <a:custGeom>
              <a:avLst/>
              <a:gdLst/>
              <a:ahLst/>
              <a:cxnLst/>
              <a:rect l="l" t="t" r="r" b="b"/>
              <a:pathLst>
                <a:path w="2038999" h="2709333">
                  <a:moveTo>
                    <a:pt x="0" y="0"/>
                  </a:moveTo>
                  <a:lnTo>
                    <a:pt x="2038999" y="0"/>
                  </a:lnTo>
                  <a:lnTo>
                    <a:pt x="203899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5181">
                <a:alpha val="8000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2038999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2570121" y="4807416"/>
            <a:ext cx="5717879" cy="5479584"/>
          </a:xfrm>
          <a:custGeom>
            <a:avLst/>
            <a:gdLst/>
            <a:ahLst/>
            <a:cxnLst/>
            <a:rect l="l" t="t" r="r" b="b"/>
            <a:pathLst>
              <a:path w="5717879" h="5479584">
                <a:moveTo>
                  <a:pt x="0" y="0"/>
                </a:moveTo>
                <a:lnTo>
                  <a:pt x="5717879" y="0"/>
                </a:lnTo>
                <a:lnTo>
                  <a:pt x="5717879" y="5479584"/>
                </a:lnTo>
                <a:lnTo>
                  <a:pt x="0" y="54795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07" t="-36096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744495" y="0"/>
            <a:ext cx="10543505" cy="10287000"/>
            <a:chOff x="0" y="0"/>
            <a:chExt cx="2776890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76890" cy="2709333"/>
            </a:xfrm>
            <a:custGeom>
              <a:avLst/>
              <a:gdLst/>
              <a:ahLst/>
              <a:cxnLst/>
              <a:rect l="l" t="t" r="r" b="b"/>
              <a:pathLst>
                <a:path w="2776890" h="2709333">
                  <a:moveTo>
                    <a:pt x="0" y="0"/>
                  </a:moveTo>
                  <a:lnTo>
                    <a:pt x="2776890" y="0"/>
                  </a:lnTo>
                  <a:lnTo>
                    <a:pt x="277689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5181">
                <a:alpha val="56863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2776890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3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409623" y="1337256"/>
            <a:ext cx="12250715" cy="2688056"/>
            <a:chOff x="0" y="0"/>
            <a:chExt cx="16334287" cy="35840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39228" cy="3584074"/>
            </a:xfrm>
            <a:custGeom>
              <a:avLst/>
              <a:gdLst/>
              <a:ahLst/>
              <a:cxnLst/>
              <a:rect l="l" t="t" r="r" b="b"/>
              <a:pathLst>
                <a:path w="4239228" h="3584074">
                  <a:moveTo>
                    <a:pt x="0" y="0"/>
                  </a:moveTo>
                  <a:lnTo>
                    <a:pt x="4239228" y="0"/>
                  </a:lnTo>
                  <a:lnTo>
                    <a:pt x="4239228" y="3584074"/>
                  </a:lnTo>
                  <a:lnTo>
                    <a:pt x="0" y="3584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" name="Group 12"/>
            <p:cNvGrpSpPr/>
            <p:nvPr/>
          </p:nvGrpSpPr>
          <p:grpSpPr>
            <a:xfrm>
              <a:off x="4326068" y="259550"/>
              <a:ext cx="176012" cy="2721979"/>
              <a:chOff x="0" y="0"/>
              <a:chExt cx="19378" cy="29967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9378" cy="299677"/>
              </a:xfrm>
              <a:custGeom>
                <a:avLst/>
                <a:gdLst/>
                <a:ahLst/>
                <a:cxnLst/>
                <a:rect l="l" t="t" r="r" b="b"/>
                <a:pathLst>
                  <a:path w="19378" h="299677">
                    <a:moveTo>
                      <a:pt x="0" y="0"/>
                    </a:moveTo>
                    <a:lnTo>
                      <a:pt x="19378" y="0"/>
                    </a:lnTo>
                    <a:lnTo>
                      <a:pt x="19378" y="299677"/>
                    </a:lnTo>
                    <a:lnTo>
                      <a:pt x="0" y="299677"/>
                    </a:lnTo>
                    <a:close/>
                  </a:path>
                </a:pathLst>
              </a:custGeom>
              <a:solidFill>
                <a:srgbClr val="FAFBFB"/>
              </a:solidFill>
              <a:ln w="38100" cap="sq">
                <a:solidFill>
                  <a:srgbClr val="FAFBFB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76200"/>
                <a:ext cx="19378" cy="3758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3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4849789" y="494750"/>
              <a:ext cx="11484498" cy="12642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8038"/>
                </a:lnSpc>
                <a:spcBef>
                  <a:spcPct val="0"/>
                </a:spcBef>
              </a:pPr>
              <a:r>
                <a:rPr lang="en-US" sz="5741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Jornadas Científicas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49789" y="1696787"/>
              <a:ext cx="9509438" cy="1100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6403"/>
                </a:lnSpc>
                <a:spcBef>
                  <a:spcPct val="0"/>
                </a:spcBef>
              </a:pPr>
              <a:r>
                <a:rPr lang="en-US" sz="4573" b="1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Hospital Santojanni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7205784" y="7506603"/>
            <a:ext cx="1072078" cy="1072078"/>
          </a:xfrm>
          <a:custGeom>
            <a:avLst/>
            <a:gdLst/>
            <a:ahLst/>
            <a:cxnLst/>
            <a:rect l="l" t="t" r="r" b="b"/>
            <a:pathLst>
              <a:path w="1072078" h="1072078">
                <a:moveTo>
                  <a:pt x="0" y="0"/>
                </a:moveTo>
                <a:lnTo>
                  <a:pt x="1072078" y="0"/>
                </a:lnTo>
                <a:lnTo>
                  <a:pt x="1072078" y="1072079"/>
                </a:lnTo>
                <a:lnTo>
                  <a:pt x="0" y="10720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82830" y="5532437"/>
            <a:ext cx="6981508" cy="97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79"/>
              </a:lnSpc>
              <a:spcBef>
                <a:spcPct val="0"/>
              </a:spcBef>
            </a:pPr>
            <a:r>
              <a:rPr lang="en-US" sz="27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Ciencia que forma, transforma y cuida: </a:t>
            </a:r>
          </a:p>
          <a:p>
            <a:pPr algn="ctr">
              <a:lnSpc>
                <a:spcPts val="3879"/>
              </a:lnSpc>
              <a:spcBef>
                <a:spcPct val="0"/>
              </a:spcBef>
            </a:pPr>
            <a:r>
              <a:rPr lang="en-US" sz="27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40 años de salud pública</a:t>
            </a:r>
          </a:p>
        </p:txBody>
      </p:sp>
      <p:sp>
        <p:nvSpPr>
          <p:cNvPr id="19" name="Freeform 19"/>
          <p:cNvSpPr/>
          <p:nvPr/>
        </p:nvSpPr>
        <p:spPr>
          <a:xfrm rot="5400000">
            <a:off x="1424530" y="-1041700"/>
            <a:ext cx="3396185" cy="5479584"/>
          </a:xfrm>
          <a:custGeom>
            <a:avLst/>
            <a:gdLst/>
            <a:ahLst/>
            <a:cxnLst/>
            <a:rect l="l" t="t" r="r" b="b"/>
            <a:pathLst>
              <a:path w="3396185" h="5479584">
                <a:moveTo>
                  <a:pt x="0" y="0"/>
                </a:moveTo>
                <a:lnTo>
                  <a:pt x="3396184" y="0"/>
                </a:lnTo>
                <a:lnTo>
                  <a:pt x="3396184" y="5479584"/>
                </a:lnTo>
                <a:lnTo>
                  <a:pt x="0" y="54795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843" t="-36096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5680052" y="8763664"/>
            <a:ext cx="4592489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800"/>
              </a:lnSpc>
              <a:spcBef>
                <a:spcPct val="0"/>
              </a:spcBef>
            </a:pPr>
            <a:r>
              <a:rPr lang="en-US" sz="12000" dirty="0">
                <a:solidFill>
                  <a:srgbClr val="FFFFFF">
                    <a:alpha val="27843"/>
                  </a:srgbClr>
                </a:solidFill>
                <a:latin typeface="Archivo Black"/>
                <a:ea typeface="Archivo Black"/>
                <a:cs typeface="Archivo Black"/>
                <a:sym typeface="Archivo Black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72" y="0"/>
            <a:ext cx="18285328" cy="2041643"/>
            <a:chOff x="0" y="0"/>
            <a:chExt cx="4815889" cy="5377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5889" cy="537717"/>
            </a:xfrm>
            <a:custGeom>
              <a:avLst/>
              <a:gdLst/>
              <a:ahLst/>
              <a:cxnLst/>
              <a:rect l="l" t="t" r="r" b="b"/>
              <a:pathLst>
                <a:path w="4815889" h="537717">
                  <a:moveTo>
                    <a:pt x="0" y="0"/>
                  </a:moveTo>
                  <a:lnTo>
                    <a:pt x="4815889" y="0"/>
                  </a:lnTo>
                  <a:lnTo>
                    <a:pt x="4815889" y="537717"/>
                  </a:lnTo>
                  <a:lnTo>
                    <a:pt x="0" y="537717"/>
                  </a:lnTo>
                  <a:close/>
                </a:path>
              </a:pathLst>
            </a:custGeom>
            <a:solidFill>
              <a:srgbClr val="065181">
                <a:alpha val="94902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4815889" cy="613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94106" y="164026"/>
            <a:ext cx="6044749" cy="1326341"/>
            <a:chOff x="0" y="0"/>
            <a:chExt cx="8059666" cy="17684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91720" cy="1768454"/>
            </a:xfrm>
            <a:custGeom>
              <a:avLst/>
              <a:gdLst/>
              <a:ahLst/>
              <a:cxnLst/>
              <a:rect l="l" t="t" r="r" b="b"/>
              <a:pathLst>
                <a:path w="2091720" h="1768454">
                  <a:moveTo>
                    <a:pt x="0" y="0"/>
                  </a:moveTo>
                  <a:lnTo>
                    <a:pt x="2091720" y="0"/>
                  </a:lnTo>
                  <a:lnTo>
                    <a:pt x="2091720" y="1768454"/>
                  </a:lnTo>
                  <a:lnTo>
                    <a:pt x="0" y="1768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>
              <a:off x="2134569" y="128067"/>
              <a:ext cx="86848" cy="1343079"/>
              <a:chOff x="0" y="0"/>
              <a:chExt cx="19378" cy="29967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378" cy="299677"/>
              </a:xfrm>
              <a:custGeom>
                <a:avLst/>
                <a:gdLst/>
                <a:ahLst/>
                <a:cxnLst/>
                <a:rect l="l" t="t" r="r" b="b"/>
                <a:pathLst>
                  <a:path w="19378" h="299677">
                    <a:moveTo>
                      <a:pt x="0" y="0"/>
                    </a:moveTo>
                    <a:lnTo>
                      <a:pt x="19378" y="0"/>
                    </a:lnTo>
                    <a:lnTo>
                      <a:pt x="19378" y="299677"/>
                    </a:lnTo>
                    <a:lnTo>
                      <a:pt x="0" y="299677"/>
                    </a:lnTo>
                    <a:close/>
                  </a:path>
                </a:pathLst>
              </a:custGeom>
              <a:solidFill>
                <a:srgbClr val="FAFBFB"/>
              </a:solidFill>
              <a:ln w="38100" cap="sq">
                <a:solidFill>
                  <a:srgbClr val="FAFBFB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76200"/>
                <a:ext cx="19378" cy="3758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3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392984" y="243367"/>
              <a:ext cx="5666682" cy="624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966"/>
                </a:lnSpc>
                <a:spcBef>
                  <a:spcPct val="0"/>
                </a:spcBef>
              </a:pPr>
              <a:r>
                <a:rPr lang="en-US" sz="2832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Jornadas Científicas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92984" y="836602"/>
              <a:ext cx="4692148" cy="5435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59"/>
                </a:lnSpc>
                <a:spcBef>
                  <a:spcPct val="0"/>
                </a:spcBef>
              </a:pPr>
              <a:r>
                <a:rPr lang="en-US" sz="2256" b="1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Hospital Santojanni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2089569"/>
            <a:ext cx="18288000" cy="8193488"/>
            <a:chOff x="0" y="0"/>
            <a:chExt cx="4815889" cy="21716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15889" cy="2171617"/>
            </a:xfrm>
            <a:custGeom>
              <a:avLst/>
              <a:gdLst/>
              <a:ahLst/>
              <a:cxnLst/>
              <a:rect l="l" t="t" r="r" b="b"/>
              <a:pathLst>
                <a:path w="4815889" h="2171617">
                  <a:moveTo>
                    <a:pt x="0" y="0"/>
                  </a:moveTo>
                  <a:lnTo>
                    <a:pt x="4815889" y="0"/>
                  </a:lnTo>
                  <a:lnTo>
                    <a:pt x="4815889" y="2171617"/>
                  </a:lnTo>
                  <a:lnTo>
                    <a:pt x="0" y="2171617"/>
                  </a:lnTo>
                  <a:close/>
                </a:path>
              </a:pathLst>
            </a:custGeom>
            <a:solidFill>
              <a:srgbClr val="065181">
                <a:alpha val="8000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4815889" cy="2247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3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382830" y="9001843"/>
            <a:ext cx="1072078" cy="1072078"/>
          </a:xfrm>
          <a:custGeom>
            <a:avLst/>
            <a:gdLst/>
            <a:ahLst/>
            <a:cxnLst/>
            <a:rect l="l" t="t" r="r" b="b"/>
            <a:pathLst>
              <a:path w="1072078" h="1072078">
                <a:moveTo>
                  <a:pt x="0" y="0"/>
                </a:moveTo>
                <a:lnTo>
                  <a:pt x="1072078" y="0"/>
                </a:lnTo>
                <a:lnTo>
                  <a:pt x="1072078" y="1072079"/>
                </a:lnTo>
                <a:lnTo>
                  <a:pt x="0" y="1072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433377" y="1414166"/>
            <a:ext cx="12766208" cy="45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9"/>
              </a:lnSpc>
              <a:spcBef>
                <a:spcPct val="0"/>
              </a:spcBef>
            </a:pPr>
            <a:r>
              <a:rPr lang="en-US" sz="24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Ciencia que forma, transforma y cuida: 40 años de salud pública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0" y="9664876"/>
            <a:ext cx="18288000" cy="40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9"/>
              </a:lnSpc>
              <a:spcBef>
                <a:spcPct val="0"/>
              </a:spcBef>
            </a:pPr>
            <a:r>
              <a:rPr lang="en-US" sz="2270">
                <a:solidFill>
                  <a:srgbClr val="FFFFFF">
                    <a:alpha val="6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HOSPITAL GENERAL DE AGUDOS “DONACION FRANCISCO SANTOJANNI”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CB56698-B04C-1E16-2539-825DA78270B5}"/>
              </a:ext>
            </a:extLst>
          </p:cNvPr>
          <p:cNvSpPr txBox="1"/>
          <p:nvPr/>
        </p:nvSpPr>
        <p:spPr>
          <a:xfrm>
            <a:off x="5107771" y="3169874"/>
            <a:ext cx="74174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7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Reemplazar título</a:t>
            </a:r>
            <a:endParaRPr lang="es-AR" sz="72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7B7D9C1-A1CD-D95B-05BE-1C35968B20F0}"/>
              </a:ext>
            </a:extLst>
          </p:cNvPr>
          <p:cNvSpPr txBox="1"/>
          <p:nvPr/>
        </p:nvSpPr>
        <p:spPr>
          <a:xfrm>
            <a:off x="6182583" y="6632819"/>
            <a:ext cx="52677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Reemplazar autores</a:t>
            </a:r>
            <a:endParaRPr lang="es-AR" sz="4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7633"/>
            <a:ext cx="18288000" cy="1344339"/>
            <a:chOff x="0" y="0"/>
            <a:chExt cx="4816593" cy="3540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54065"/>
            </a:xfrm>
            <a:custGeom>
              <a:avLst/>
              <a:gdLst/>
              <a:ahLst/>
              <a:cxnLst/>
              <a:rect l="l" t="t" r="r" b="b"/>
              <a:pathLst>
                <a:path w="4816592" h="354065">
                  <a:moveTo>
                    <a:pt x="0" y="0"/>
                  </a:moveTo>
                  <a:lnTo>
                    <a:pt x="4816592" y="0"/>
                  </a:lnTo>
                  <a:lnTo>
                    <a:pt x="4816592" y="354065"/>
                  </a:lnTo>
                  <a:lnTo>
                    <a:pt x="0" y="354065"/>
                  </a:lnTo>
                  <a:close/>
                </a:path>
              </a:pathLst>
            </a:custGeom>
            <a:gradFill rotWithShape="1">
              <a:gsLst>
                <a:gs pos="0">
                  <a:srgbClr val="0A6AA8">
                    <a:alpha val="100000"/>
                  </a:srgbClr>
                </a:gs>
                <a:gs pos="100000">
                  <a:srgbClr val="00A9B2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4816593" cy="430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868329"/>
            <a:ext cx="18288000" cy="418671"/>
            <a:chOff x="0" y="0"/>
            <a:chExt cx="4816593" cy="1102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110267"/>
            </a:xfrm>
            <a:custGeom>
              <a:avLst/>
              <a:gdLst/>
              <a:ahLst/>
              <a:cxnLst/>
              <a:rect l="l" t="t" r="r" b="b"/>
              <a:pathLst>
                <a:path w="4816592" h="110267">
                  <a:moveTo>
                    <a:pt x="0" y="0"/>
                  </a:moveTo>
                  <a:lnTo>
                    <a:pt x="4816592" y="0"/>
                  </a:lnTo>
                  <a:lnTo>
                    <a:pt x="4816592" y="110267"/>
                  </a:lnTo>
                  <a:lnTo>
                    <a:pt x="0" y="110267"/>
                  </a:lnTo>
                  <a:close/>
                </a:path>
              </a:pathLst>
            </a:custGeom>
            <a:solidFill>
              <a:srgbClr val="06518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4816593" cy="186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5525" y="108497"/>
            <a:ext cx="1072078" cy="1072078"/>
          </a:xfrm>
          <a:custGeom>
            <a:avLst/>
            <a:gdLst/>
            <a:ahLst/>
            <a:cxnLst/>
            <a:rect l="l" t="t" r="r" b="b"/>
            <a:pathLst>
              <a:path w="1072078" h="1072078">
                <a:moveTo>
                  <a:pt x="0" y="0"/>
                </a:moveTo>
                <a:lnTo>
                  <a:pt x="1072078" y="0"/>
                </a:lnTo>
                <a:lnTo>
                  <a:pt x="1072078" y="1072078"/>
                </a:lnTo>
                <a:lnTo>
                  <a:pt x="0" y="10720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4405699" y="0"/>
            <a:ext cx="3882301" cy="1712321"/>
          </a:xfrm>
          <a:custGeom>
            <a:avLst/>
            <a:gdLst/>
            <a:ahLst/>
            <a:cxnLst/>
            <a:rect l="l" t="t" r="r" b="b"/>
            <a:pathLst>
              <a:path w="3882301" h="1712321">
                <a:moveTo>
                  <a:pt x="0" y="0"/>
                </a:moveTo>
                <a:lnTo>
                  <a:pt x="3882301" y="0"/>
                </a:lnTo>
                <a:lnTo>
                  <a:pt x="3882301" y="1712321"/>
                </a:lnTo>
                <a:lnTo>
                  <a:pt x="0" y="17123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-4605" b="-186392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5729983" y="0"/>
            <a:ext cx="6828033" cy="1498209"/>
            <a:chOff x="0" y="0"/>
            <a:chExt cx="9104044" cy="19976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62767" cy="1997612"/>
            </a:xfrm>
            <a:custGeom>
              <a:avLst/>
              <a:gdLst/>
              <a:ahLst/>
              <a:cxnLst/>
              <a:rect l="l" t="t" r="r" b="b"/>
              <a:pathLst>
                <a:path w="2362767" h="1997612">
                  <a:moveTo>
                    <a:pt x="0" y="0"/>
                  </a:moveTo>
                  <a:lnTo>
                    <a:pt x="2362767" y="0"/>
                  </a:lnTo>
                  <a:lnTo>
                    <a:pt x="2362767" y="1997612"/>
                  </a:lnTo>
                  <a:lnTo>
                    <a:pt x="0" y="1997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" name="Group 12"/>
            <p:cNvGrpSpPr/>
            <p:nvPr/>
          </p:nvGrpSpPr>
          <p:grpSpPr>
            <a:xfrm>
              <a:off x="2411168" y="144663"/>
              <a:ext cx="98102" cy="1517116"/>
              <a:chOff x="0" y="0"/>
              <a:chExt cx="19378" cy="29967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9378" cy="299677"/>
              </a:xfrm>
              <a:custGeom>
                <a:avLst/>
                <a:gdLst/>
                <a:ahLst/>
                <a:cxnLst/>
                <a:rect l="l" t="t" r="r" b="b"/>
                <a:pathLst>
                  <a:path w="19378" h="299677">
                    <a:moveTo>
                      <a:pt x="0" y="0"/>
                    </a:moveTo>
                    <a:lnTo>
                      <a:pt x="19378" y="0"/>
                    </a:lnTo>
                    <a:lnTo>
                      <a:pt x="19378" y="299677"/>
                    </a:lnTo>
                    <a:lnTo>
                      <a:pt x="0" y="299677"/>
                    </a:lnTo>
                    <a:close/>
                  </a:path>
                </a:pathLst>
              </a:custGeom>
              <a:solidFill>
                <a:srgbClr val="FAFBFB">
                  <a:alpha val="80000"/>
                </a:srgbClr>
              </a:solidFill>
              <a:ln w="38100" cap="sq">
                <a:solidFill>
                  <a:srgbClr val="FAFBFB">
                    <a:alpha val="80000"/>
                  </a:srgbClr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76200"/>
                <a:ext cx="19378" cy="37587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3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703068" y="282309"/>
              <a:ext cx="6400976" cy="698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480"/>
                </a:lnSpc>
                <a:spcBef>
                  <a:spcPct val="0"/>
                </a:spcBef>
              </a:pPr>
              <a:r>
                <a:rPr lang="en-US" sz="3200" b="1">
                  <a:solidFill>
                    <a:srgbClr val="FFFFFF">
                      <a:alpha val="80000"/>
                    </a:srgbClr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Jornadas Científicas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03068" y="951181"/>
              <a:ext cx="5300160" cy="525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080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FFFFFF">
                      <a:alpha val="80000"/>
                    </a:srgbClr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Hospital Santojanni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0" y="9871539"/>
            <a:ext cx="18288000" cy="754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6"/>
              </a:lnSpc>
            </a:pPr>
            <a:r>
              <a:rPr lang="en-US" sz="1961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Ciencia que forma, transforma y cuida: 40 años de salud pública</a:t>
            </a:r>
          </a:p>
          <a:p>
            <a:pPr algn="just">
              <a:lnSpc>
                <a:spcPts val="3306"/>
              </a:lnSpc>
              <a:spcBef>
                <a:spcPct val="0"/>
              </a:spcBef>
            </a:pPr>
            <a:endParaRPr lang="en-US" sz="1961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65</Words>
  <Application>Microsoft Office PowerPoint</Application>
  <PresentationFormat>Personalizado</PresentationFormat>
  <Paragraphs>14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1" baseType="lpstr">
      <vt:lpstr>Helvetica World Bold</vt:lpstr>
      <vt:lpstr>Open Sans</vt:lpstr>
      <vt:lpstr>Calibri</vt:lpstr>
      <vt:lpstr>Arial</vt:lpstr>
      <vt:lpstr>Archivo Black</vt:lpstr>
      <vt:lpstr>Open Sauce Bold</vt:lpstr>
      <vt:lpstr>Poppins</vt:lpstr>
      <vt:lpstr>Office Theme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Jornadas Científicas</dc:title>
  <dc:creator>Informatica Departamento</dc:creator>
  <cp:lastModifiedBy>Informatica Departamento</cp:lastModifiedBy>
  <cp:revision>3</cp:revision>
  <dcterms:created xsi:type="dcterms:W3CDTF">2006-08-16T00:00:00Z</dcterms:created>
  <dcterms:modified xsi:type="dcterms:W3CDTF">2025-09-09T13:06:21Z</dcterms:modified>
  <dc:identifier>DAGyZ0CYfXU</dc:identifier>
</cp:coreProperties>
</file>